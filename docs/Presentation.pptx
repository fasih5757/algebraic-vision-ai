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69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5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3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1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9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3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5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4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9927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31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496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02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86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4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2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9945"/>
            <a:ext cx="7772400" cy="1470025"/>
          </a:xfrm>
        </p:spPr>
        <p:txBody>
          <a:bodyPr/>
          <a:lstStyle/>
          <a:p>
            <a:r>
              <a:rPr dirty="0" err="1"/>
              <a:t>AlgebraicVision</a:t>
            </a:r>
            <a:r>
              <a:rPr dirty="0"/>
              <a:t>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7635" y="2991569"/>
            <a:ext cx="5826719" cy="1096899"/>
          </a:xfrm>
        </p:spPr>
        <p:txBody>
          <a:bodyPr>
            <a:noAutofit/>
          </a:bodyPr>
          <a:lstStyle/>
          <a:p>
            <a:r>
              <a:rPr sz="2400" b="1" dirty="0"/>
              <a:t>AI-Powered Mathematical Pattern Recognition and Visualization</a:t>
            </a:r>
          </a:p>
          <a:p>
            <a:endParaRPr sz="2400" b="1" dirty="0"/>
          </a:p>
          <a:p>
            <a:r>
              <a:rPr sz="2400" b="1" dirty="0"/>
              <a:t>Fasih </a:t>
            </a:r>
            <a:r>
              <a:rPr sz="2400" b="1" dirty="0" err="1"/>
              <a:t>Ud</a:t>
            </a:r>
            <a:r>
              <a:rPr sz="2400" b="1" dirty="0"/>
              <a:t> Din</a:t>
            </a:r>
          </a:p>
          <a:p>
            <a:r>
              <a:rPr sz="2400" b="1" dirty="0"/>
              <a:t>BSITMA-23-09</a:t>
            </a:r>
          </a:p>
          <a:p>
            <a:r>
              <a:rPr sz="2400" b="1" dirty="0"/>
              <a:t>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AlgebraicVision AI connects mathematics, AI, and computer vision to detect hidden mathematical patterns in nature.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often find mathematics abstract. The project visualizes real-world mathematical concepts using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Fibonacci patterns</a:t>
            </a:r>
          </a:p>
          <a:p>
            <a:r>
              <a:t>• Identify Golden Ratio</a:t>
            </a:r>
          </a:p>
          <a:p>
            <a:r>
              <a:t>• Analyze Symmetry and Fractals</a:t>
            </a:r>
          </a:p>
          <a:p>
            <a:r>
              <a:t>• Visualize Equations</a:t>
            </a:r>
          </a:p>
          <a:p>
            <a:r>
              <a:t>• Generate AI Explanations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Equation Visualizer</a:t>
            </a:r>
          </a:p>
          <a:p>
            <a:r>
              <a:t>Image Pattern Analyzer</a:t>
            </a:r>
          </a:p>
          <a:p>
            <a:r>
              <a:t>Flower Classification</a:t>
            </a:r>
          </a:p>
          <a:p>
            <a:r>
              <a:t>EDA Reports</a:t>
            </a:r>
          </a:p>
          <a:p>
            <a:r>
              <a:t>AI Explanations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PyTorch, EfficientNet-B0, YOLOv8, OpenCV, Streamlit, SymPy, Groq API, NumPy, Matplotlib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Flowers Dataset: 4,317 images</a:t>
            </a:r>
          </a:p>
          <a:p>
            <a:r>
              <a:t>5 Classes</a:t>
            </a:r>
          </a:p>
          <a:p>
            <a:r>
              <a:t>Transfer Learning with EfficientNet-B0</a:t>
            </a:r>
          </a:p>
          <a:p>
            <a:r>
              <a:t>Final Accuracy: 90.2%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AI Processing → Pattern Detection → Visualization → AI Explanation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Flower Classification Accuracy: 90.2%</a:t>
            </a:r>
          </a:p>
          <a:p>
            <a:r>
              <a:t>Fibonacci Detection: 94%</a:t>
            </a:r>
          </a:p>
          <a:p>
            <a:r>
              <a:t>Symmetry Analysis: 85%+</a:t>
            </a:r>
          </a:p>
          <a:p>
            <a:r>
              <a:t>Fast CPU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</a:t>
            </a:r>
          </a:p>
          <a:p>
            <a:r>
              <a:t>AR Visualization</a:t>
            </a:r>
          </a:p>
          <a:p>
            <a:r>
              <a:t>Video Analysis</a:t>
            </a:r>
          </a:p>
          <a:p>
            <a:r>
              <a:t>Explainable AI</a:t>
            </a:r>
          </a:p>
          <a:p>
            <a:r>
              <a:t>Research Publication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AlgebraicVision AI makes mathematics easier to understand by linking equations and natural patterns through 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198</Words>
  <Application>Microsoft Office PowerPoint</Application>
  <PresentationFormat>On-screen Show (4:3)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AlgebraicVision AI</vt:lpstr>
      <vt:lpstr>Project Introduction</vt:lpstr>
      <vt:lpstr>Problem Statement</vt:lpstr>
      <vt:lpstr>Project Objectives</vt:lpstr>
      <vt:lpstr>System Features</vt:lpstr>
      <vt:lpstr>Technologies Used</vt:lpstr>
      <vt:lpstr>Dataset &amp; Training</vt:lpstr>
      <vt:lpstr>System Architecture</vt:lpstr>
      <vt:lpstr>Results &amp; Performance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AlgebraicVision AI</dc:title>
  <dc:subject/>
  <dc:creator>DELL</dc:creator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2026-06-06T11:27:29Z</dcterms:modified>
  <cp:category/>
</cp:coreProperties>
</file>